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9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2324"/>
    <a:srgbClr val="624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135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60995-9EED-367B-B6FF-47EB0FCA3C61}"/>
              </a:ext>
            </a:extLst>
          </p:cNvPr>
          <p:cNvSpPr txBox="1"/>
          <p:nvPr/>
        </p:nvSpPr>
        <p:spPr>
          <a:xfrm>
            <a:off x="350279" y="606307"/>
            <a:ext cx="4620584" cy="19390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rgbClr val="4F2324"/>
                </a:solidFill>
                <a:latin typeface="Arial Black" panose="020B0A04020102020204" pitchFamily="34" charset="0"/>
                <a:ea typeface="Cambria" panose="02040503050406030204" pitchFamily="18" charset="0"/>
                <a:cs typeface="+mj-cs"/>
              </a:rPr>
              <a:t>PERSONAL DIARY MANAGEMENT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2AA5B-FDFC-170F-8C41-B7389DFE1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8199">
            <a:off x="7075360" y="899706"/>
            <a:ext cx="5207078" cy="530721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392DEB-747E-7085-1203-2A5A4D527C7B}"/>
              </a:ext>
            </a:extLst>
          </p:cNvPr>
          <p:cNvCxnSpPr>
            <a:cxnSpLocks/>
          </p:cNvCxnSpPr>
          <p:nvPr/>
        </p:nvCxnSpPr>
        <p:spPr>
          <a:xfrm>
            <a:off x="462246" y="3242386"/>
            <a:ext cx="6591697" cy="0"/>
          </a:xfrm>
          <a:prstGeom prst="line">
            <a:avLst/>
          </a:prstGeom>
          <a:ln>
            <a:solidFill>
              <a:srgbClr val="4F23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6DC62B2-3490-13B7-AD54-D17D51B0DF02}"/>
              </a:ext>
            </a:extLst>
          </p:cNvPr>
          <p:cNvSpPr txBox="1"/>
          <p:nvPr/>
        </p:nvSpPr>
        <p:spPr>
          <a:xfrm>
            <a:off x="462246" y="3612654"/>
            <a:ext cx="1837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 115, Section 4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63D991-0B8C-D461-C36B-5FFAF9B46F9C}"/>
              </a:ext>
            </a:extLst>
          </p:cNvPr>
          <p:cNvSpPr txBox="1"/>
          <p:nvPr/>
        </p:nvSpPr>
        <p:spPr>
          <a:xfrm>
            <a:off x="462246" y="3983865"/>
            <a:ext cx="1167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Group 07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A41130-45DF-FB9F-E9BA-5DCE0681127E}"/>
              </a:ext>
            </a:extLst>
          </p:cNvPr>
          <p:cNvSpPr txBox="1"/>
          <p:nvPr/>
        </p:nvSpPr>
        <p:spPr>
          <a:xfrm>
            <a:off x="462246" y="4418512"/>
            <a:ext cx="4276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•  Muhammad Fahimul Hoque (2621584042)   </a:t>
            </a:r>
          </a:p>
          <a:p>
            <a:r>
              <a:rPr lang="en-US" sz="1600" dirty="0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•  Aadila Zaheen (2622214042)   </a:t>
            </a:r>
          </a:p>
          <a:p>
            <a:r>
              <a:rPr lang="en-US" sz="1600" dirty="0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•  Samia </a:t>
            </a:r>
            <a:r>
              <a:rPr lang="en-US" sz="1600" dirty="0" err="1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Meharin</a:t>
            </a:r>
            <a:r>
              <a:rPr lang="en-US" sz="1600" dirty="0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Lisa (2623705042)   </a:t>
            </a:r>
          </a:p>
          <a:p>
            <a:r>
              <a:rPr lang="en-US" sz="1600" dirty="0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•  MD. </a:t>
            </a:r>
            <a:r>
              <a:rPr lang="en-US" sz="1600" dirty="0" err="1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Ashrafuzzaman</a:t>
            </a:r>
            <a:r>
              <a:rPr lang="en-US" sz="1600" dirty="0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(2625096042)</a:t>
            </a:r>
            <a:endParaRPr lang="en-US" sz="1600" dirty="0">
              <a:solidFill>
                <a:srgbClr val="4F232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2D5BD7-8795-681E-C29D-C60FA1DB3DC6}"/>
              </a:ext>
            </a:extLst>
          </p:cNvPr>
          <p:cNvCxnSpPr>
            <a:cxnSpLocks/>
          </p:cNvCxnSpPr>
          <p:nvPr/>
        </p:nvCxnSpPr>
        <p:spPr>
          <a:xfrm flipV="1">
            <a:off x="462246" y="6039486"/>
            <a:ext cx="11134857" cy="17496"/>
          </a:xfrm>
          <a:prstGeom prst="line">
            <a:avLst/>
          </a:prstGeom>
          <a:ln>
            <a:solidFill>
              <a:srgbClr val="4F23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9238FC-1431-E2A2-2C80-5ED23DB51243}"/>
              </a:ext>
            </a:extLst>
          </p:cNvPr>
          <p:cNvSpPr txBox="1"/>
          <p:nvPr/>
        </p:nvSpPr>
        <p:spPr>
          <a:xfrm>
            <a:off x="6756741" y="262730"/>
            <a:ext cx="4496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4F2324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North South University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83E916-537C-26FB-97EA-C003987BBFCE}"/>
              </a:ext>
            </a:extLst>
          </p:cNvPr>
          <p:cNvSpPr txBox="1"/>
          <p:nvPr/>
        </p:nvSpPr>
        <p:spPr>
          <a:xfrm>
            <a:off x="3182216" y="6492966"/>
            <a:ext cx="5561138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50" b="1" dirty="0">
                <a:solidFill>
                  <a:srgbClr val="8A7A6D"/>
                </a:solidFill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8A7A6D"/>
                </a:solidFill>
                <a:ea typeface="Calibri" pitchFamily="34" charset="-122"/>
                <a:cs typeface="Calibri" pitchFamily="34" charset="-120"/>
              </a:rPr>
              <a:t>   |   Muhammad Fahimul Hoque • Aadila Zaheen • Samia </a:t>
            </a:r>
            <a:r>
              <a:rPr lang="en-US" sz="850" dirty="0" err="1">
                <a:solidFill>
                  <a:srgbClr val="8A7A6D"/>
                </a:solidFill>
                <a:ea typeface="Calibri" pitchFamily="34" charset="-122"/>
                <a:cs typeface="Calibri" pitchFamily="34" charset="-120"/>
              </a:rPr>
              <a:t>Meharin</a:t>
            </a:r>
            <a:r>
              <a:rPr lang="en-US" sz="850" dirty="0">
                <a:solidFill>
                  <a:srgbClr val="8A7A6D"/>
                </a:solidFill>
                <a:ea typeface="Calibri" pitchFamily="34" charset="-122"/>
                <a:cs typeface="Calibri" pitchFamily="34" charset="-120"/>
              </a:rPr>
              <a:t> Lisa • MD. </a:t>
            </a:r>
            <a:r>
              <a:rPr lang="en-US" sz="850" dirty="0" err="1">
                <a:solidFill>
                  <a:srgbClr val="8A7A6D"/>
                </a:solidFill>
                <a:ea typeface="Calibri" pitchFamily="34" charset="-122"/>
                <a:cs typeface="Calibri" pitchFamily="34" charset="-120"/>
              </a:rPr>
              <a:t>Ashrafuzzaman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77227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6" grpId="0"/>
      <p:bldP spid="18" grpId="0"/>
      <p:bldP spid="19" grpId="0"/>
      <p:bldP spid="20" grpId="0"/>
      <p:bldP spid="25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Digital Diary?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4480560"/>
          </a:xfrm>
          <a:prstGeom prst="roundRect">
            <a:avLst>
              <a:gd name="adj" fmla="val 1633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DIARY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486400" cy="4480560"/>
          </a:xfrm>
          <a:prstGeom prst="roundRect">
            <a:avLst>
              <a:gd name="adj" fmla="val 1633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lose or damage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saved to disk (users.dat / entries.dat)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search old pages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3200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 by entry serial number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means crossing out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can be edited or deleted cleanly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 it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gated behind username &amp; password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49244" y="6391656"/>
            <a:ext cx="5514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Muhammad Fahimul Hoque • Aadila Zaheen • Samia Meharin Lisa • MD. Ashrafuzzaman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60" y="1959560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7203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multiple users to register and log in with a private username / password.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586" y="194858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56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Entries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23660" y="27203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search, edit and delete diary entries by serial number.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" y="4280306"/>
            <a:ext cx="400507" cy="4005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87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2960" y="49606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every entry and account to disk using binary file handling, so data survives a restart.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46520" y="4206240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586" y="4280306"/>
            <a:ext cx="400507" cy="4005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87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Privacy-Aware Design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446520" y="49606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all diary access behind login, with encryption of sensitive data as a design goal.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57200" y="6464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Muhammad Fahimul Hoque • Aadila Zaheen • Samia Meharin Lisa • MD. Ashrafuzzaman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514600" cy="1828800"/>
          </a:xfrm>
          <a:prstGeom prst="roundRect">
            <a:avLst>
              <a:gd name="adj" fmla="val 4500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3E27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14" y="258249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Menu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/ Register / Exit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63240" y="2971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2331720"/>
            <a:ext cx="2514600" cy="1828800"/>
          </a:xfrm>
          <a:prstGeom prst="roundRect">
            <a:avLst>
              <a:gd name="adj" fmla="val 4500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66160" y="2514600"/>
            <a:ext cx="502920" cy="502920"/>
          </a:xfrm>
          <a:prstGeom prst="ellipse">
            <a:avLst/>
          </a:prstGeom>
          <a:solidFill>
            <a:srgbClr val="3E27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054" y="2582494"/>
            <a:ext cx="367132" cy="3671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520440" y="3520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credentials against stored users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5897880" y="2971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2331720"/>
            <a:ext cx="2514600" cy="1828800"/>
          </a:xfrm>
          <a:prstGeom prst="roundRect">
            <a:avLst>
              <a:gd name="adj" fmla="val 4500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rgbClr val="3E27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694" y="2582494"/>
            <a:ext cx="367132" cy="3671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Diary Menu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355080" y="3520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View · Search · Edit · Delete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732520" y="2971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52560" y="2331720"/>
            <a:ext cx="2514600" cy="1828800"/>
          </a:xfrm>
          <a:prstGeom prst="roundRect">
            <a:avLst>
              <a:gd name="adj" fmla="val 4500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235440" y="2514600"/>
            <a:ext cx="502920" cy="502920"/>
          </a:xfrm>
          <a:prstGeom prst="ellipse">
            <a:avLst/>
          </a:prstGeom>
          <a:solidFill>
            <a:srgbClr val="3E27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334" y="2582494"/>
            <a:ext cx="367132" cy="3671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9189720" y="3520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users.dat &amp; entries.dat on disk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548640" y="4572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program runs as a single C executable (main.c). Two binary data files persist state between runs, loaded at startup and re-saved after every change.</a:t>
            </a: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Muhammad Fahimul Hoque • Aadila Zaheen • Samia Meharin Lisa • MD. Ashrafuzzaman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Structures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34840"/>
          </a:xfrm>
          <a:prstGeom prst="roundRect">
            <a:avLst>
              <a:gd name="adj" fmla="val 1649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010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entry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2596896"/>
            <a:ext cx="4846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serial;</a:t>
            </a:r>
            <a:endParaRPr lang="en-US" dirty="0"/>
          </a:p>
          <a:p>
            <a:r>
              <a:rPr lang="en-US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title[200];</a:t>
            </a:r>
            <a:endParaRPr lang="en-US" dirty="0"/>
          </a:p>
          <a:p>
            <a:r>
              <a:rPr lang="en-US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content[5000];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 fixed array addentry[10000]; each entry is written to entries.dat as a raw struct.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434840"/>
          </a:xfrm>
          <a:prstGeom prst="roundRect">
            <a:avLst>
              <a:gd name="adj" fmla="val 1649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22720" y="203183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users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45580" y="2494819"/>
            <a:ext cx="4846320" cy="175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name[100];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user[30];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pass[20];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8D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copass[20];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3796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numberofUsers[10000]; usernames are checked for uniqueness at registration.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Muhammad Fahimul Hoque • Aadila Zaheen • Samia Meharin Lisa • MD. Ashrafuzzaman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34840"/>
          </a:xfrm>
          <a:prstGeom prst="roundRect">
            <a:avLst>
              <a:gd name="adj" fmla="val 1649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502920" cy="5029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54" y="1878406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73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name, username and password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the username if it already exists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password confirmation to match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 new account to numberofUsers[]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immediately via saveUsers()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1810512"/>
            <a:ext cx="502920" cy="5029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854" y="1878406"/>
            <a:ext cx="367132" cy="3671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537960" y="22860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username and password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stored accounts for a matching pair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 to the diary menu on match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 error and return to the menu otherwise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Muhammad Fahimul Hoque • Aadila Zaheen • Samia Meharin Lisa • MD. Ashrafuzzaman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66" y="1924126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96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Entry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4672" y="28620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entry with a unique serial, title and content.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53712" y="1856232"/>
            <a:ext cx="502920" cy="5029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606" y="1924126"/>
            <a:ext cx="367132" cy="3671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96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Entries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53712" y="28620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saved entry for the logged-in session.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02752" y="1856232"/>
            <a:ext cx="502920" cy="5029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646" y="1924126"/>
            <a:ext cx="367132" cy="3671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496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02752" y="28620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 single entry instantly by its serial number.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566" y="4255846"/>
            <a:ext cx="367132" cy="3671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28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Entry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04672" y="5193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title and content of an existing entry.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53712" y="4187952"/>
            <a:ext cx="502920" cy="5029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1606" y="4255846"/>
            <a:ext cx="367132" cy="3671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828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Entry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4553712" y="5193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entry and shift remaining records to fill the gap.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02752" y="4187952"/>
            <a:ext cx="502920" cy="5029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0646" y="4255846"/>
            <a:ext cx="367132" cy="3671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828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2000" dirty="0"/>
          </a:p>
        </p:txBody>
      </p:sp>
      <p:sp>
        <p:nvSpPr>
          <p:cNvPr id="33" name="Text 25"/>
          <p:cNvSpPr/>
          <p:nvPr/>
        </p:nvSpPr>
        <p:spPr>
          <a:xfrm>
            <a:off x="8302752" y="5193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authenticate before any diary data is shown.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Muhammad Fahimul Hoque • Aadila Zaheen • Samia Meharin Lisa • MD. Ashrafuzzaman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 &amp; Persistence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lives in two binary files, read once at startup and rewritten after every change: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users.dat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loadUsers() / saveUsers()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every registered account (name, username, password).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2359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entries.dat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652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8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loadEntries() / saveEntries()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108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every diary entry (serial, title, content).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fread() / fwrite() move whole structs between memory and disk in one call — simple and fast, with no external database dependency.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fixed-size arrays (10000 records) and no relational structure — fine for a course project, limiting at real scale.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Muhammad Fahimul Hoque • Aadila Zaheen • Samia Meharin Lisa • MD. Ashrafuzzaman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A25049-D51B-DB9B-0C33-CD069476C4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668" b="49078"/>
          <a:stretch>
            <a:fillRect/>
          </a:stretch>
        </p:blipFill>
        <p:spPr>
          <a:xfrm>
            <a:off x="1008202" y="1307332"/>
            <a:ext cx="3499686" cy="21216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62EE23-D505-136C-5219-7C91B1EF12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924"/>
          <a:stretch>
            <a:fillRect/>
          </a:stretch>
        </p:blipFill>
        <p:spPr>
          <a:xfrm>
            <a:off x="6993232" y="1307332"/>
            <a:ext cx="4042426" cy="21216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B6E36F36-DE45-E86D-8CEB-C0914ED22067}"/>
              </a:ext>
            </a:extLst>
          </p:cNvPr>
          <p:cNvSpPr/>
          <p:nvPr/>
        </p:nvSpPr>
        <p:spPr>
          <a:xfrm>
            <a:off x="5161280" y="2164966"/>
            <a:ext cx="1107440" cy="203200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632CE8-CC0C-DCC7-AC64-A86576D3A6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1" b="53622"/>
          <a:stretch>
            <a:fillRect/>
          </a:stretch>
        </p:blipFill>
        <p:spPr>
          <a:xfrm>
            <a:off x="7217892" y="4230297"/>
            <a:ext cx="3593105" cy="21216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2114AE-CCE8-D297-4DEB-F04D0F2AB8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799"/>
          <a:stretch>
            <a:fillRect/>
          </a:stretch>
        </p:blipFill>
        <p:spPr>
          <a:xfrm>
            <a:off x="1094840" y="4230297"/>
            <a:ext cx="3413048" cy="21274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AA75BAD0-046B-FE0E-41AC-02D2D7902B0C}"/>
              </a:ext>
            </a:extLst>
          </p:cNvPr>
          <p:cNvSpPr/>
          <p:nvPr/>
        </p:nvSpPr>
        <p:spPr>
          <a:xfrm rot="10800000">
            <a:off x="5161280" y="5189530"/>
            <a:ext cx="1107440" cy="203200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D2B03BF-D38D-DF65-21DB-47636E76A76F}"/>
              </a:ext>
            </a:extLst>
          </p:cNvPr>
          <p:cNvSpPr/>
          <p:nvPr/>
        </p:nvSpPr>
        <p:spPr>
          <a:xfrm>
            <a:off x="8892524" y="3591614"/>
            <a:ext cx="243840" cy="476068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5C44B6-FC3E-0E62-BF7E-8C4D1A8E91FA}"/>
              </a:ext>
            </a:extLst>
          </p:cNvPr>
          <p:cNvSpPr txBox="1"/>
          <p:nvPr/>
        </p:nvSpPr>
        <p:spPr>
          <a:xfrm>
            <a:off x="264160" y="283858"/>
            <a:ext cx="51455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Interfaces Of The Program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E44F71-F67C-3766-63DD-04A9669EF17E}"/>
              </a:ext>
            </a:extLst>
          </p:cNvPr>
          <p:cNvSpPr txBox="1"/>
          <p:nvPr/>
        </p:nvSpPr>
        <p:spPr>
          <a:xfrm>
            <a:off x="2934430" y="6565952"/>
            <a:ext cx="55611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50" b="1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Muhammad Fahimul Hoque • Aadila Zaheen • Samia </a:t>
            </a:r>
            <a:r>
              <a:rPr lang="en-US" sz="850" dirty="0" err="1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Meharin</a:t>
            </a:r>
            <a:r>
              <a:rPr lang="en-US" sz="850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Lisa • MD. </a:t>
            </a:r>
            <a:r>
              <a:rPr lang="en-US" sz="850" dirty="0" err="1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Ashrafuzzaman</a:t>
            </a:r>
            <a:endParaRPr lang="en-US" sz="850" dirty="0">
              <a:solidFill>
                <a:srgbClr val="4F2324"/>
              </a:solidFill>
            </a:endParaRPr>
          </a:p>
          <a:p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63894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7" grpId="0" animBg="1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A072F6-3A04-55FA-F29B-8F4370F979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chemeClr val="accent6">
              <a:lumMod val="60000"/>
              <a:lumOff val="40000"/>
              <a:alpha val="4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754880"/>
            <a:ext cx="3657600" cy="3657600"/>
          </a:xfrm>
          <a:prstGeom prst="ellipse">
            <a:avLst/>
          </a:prstGeom>
          <a:solidFill>
            <a:srgbClr val="00B05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2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>
              <a:solidFill>
                <a:srgbClr val="4F2324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working, file-persistent Personal Diary Management System in C, with multi-user accounts and full add / view / search / edit / delete functionality — a solid foundation for the privacy features planned next.</a:t>
            </a:r>
            <a:endParaRPr lang="en-US" dirty="0">
              <a:solidFill>
                <a:srgbClr val="4F2324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2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</a:t>
            </a:r>
            <a:endParaRPr lang="en-US" sz="2800" dirty="0">
              <a:solidFill>
                <a:srgbClr val="4F2324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Fahimul Hoque (2621584042)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Aadila Zaheen (2622214042)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Samia Meharin Lisa (2623705042)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Ashrafuzzaman (2625096042)</a:t>
            </a:r>
            <a:endParaRPr lang="en-US" sz="1400" dirty="0">
              <a:solidFill>
                <a:srgbClr val="4F2324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(CSE115, Section 4)</a:t>
            </a:r>
            <a:r>
              <a:rPr lang="en-US" sz="850" dirty="0">
                <a:solidFill>
                  <a:srgbClr val="4F2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Muhammad Fahimul Hoque • Aadila Zaheen • Samia Meharin Lisa • MD. Ashrafuzzaman</a:t>
            </a:r>
            <a:endParaRPr lang="en-US" sz="850" dirty="0">
              <a:solidFill>
                <a:srgbClr val="4F232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886</Words>
  <Application>Microsoft Office PowerPoint</Application>
  <PresentationFormat>Widescreen</PresentationFormat>
  <Paragraphs>114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Aadila Zaheen</cp:lastModifiedBy>
  <cp:revision>7</cp:revision>
  <dcterms:created xsi:type="dcterms:W3CDTF">2026-08-18T06:01:26Z</dcterms:created>
  <dcterms:modified xsi:type="dcterms:W3CDTF">2026-08-19T09:33:33Z</dcterms:modified>
</cp:coreProperties>
</file>